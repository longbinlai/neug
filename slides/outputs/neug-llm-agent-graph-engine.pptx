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ngbinlai/Documents/git/neug/slides/outputs/neug-html-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GraphScope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NeuG | 面向 LLM 与 Agent 的嵌入式图数据引擎</dc:title>
  <dc:subject>NeuG LLM Agent Graph Engine</dc:subject>
  <dc:creator>NeuG</dc:creator>
  <cp:lastModifiedBy>NeuG</cp:lastModifiedBy>
  <cp:revision>1</cp:revision>
  <dcterms:created xsi:type="dcterms:W3CDTF">2026-07-04T15:24:37Z</dcterms:created>
  <dcterms:modified xsi:type="dcterms:W3CDTF">2026-07-04T15:24:37Z</dcterms:modified>
</cp:coreProperties>
</file>